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73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04C49-5F46-443E-A4F7-F5A3B45C8CED}" v="6" dt="2025-04-12T05:58:18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 mihai CARP (454)" userId="41a3a24a-f4ca-4db4-8078-1f09c43df43c" providerId="ADAL" clId="{E141B16F-E78A-4B62-AD18-A09F9518638B}"/>
    <pc:docChg chg="undo redo custSel addSld modSld">
      <pc:chgData name="Alexandru mihai CARP (454)" userId="41a3a24a-f4ca-4db4-8078-1f09c43df43c" providerId="ADAL" clId="{E141B16F-E78A-4B62-AD18-A09F9518638B}" dt="2023-04-01T07:59:12.219" v="1254" actId="5793"/>
      <pc:docMkLst>
        <pc:docMk/>
      </pc:docMkLst>
      <pc:sldChg chg="modSp mod">
        <pc:chgData name="Alexandru mihai CARP (454)" userId="41a3a24a-f4ca-4db4-8078-1f09c43df43c" providerId="ADAL" clId="{E141B16F-E78A-4B62-AD18-A09F9518638B}" dt="2023-03-31T17:12:54.261" v="733" actId="20577"/>
        <pc:sldMkLst>
          <pc:docMk/>
          <pc:sldMk cId="1622950917" sldId="256"/>
        </pc:sldMkLst>
      </pc:sldChg>
      <pc:sldChg chg="modSp mod">
        <pc:chgData name="Alexandru mihai CARP (454)" userId="41a3a24a-f4ca-4db4-8078-1f09c43df43c" providerId="ADAL" clId="{E141B16F-E78A-4B62-AD18-A09F9518638B}" dt="2023-03-03T15:22:42.727" v="348" actId="20577"/>
        <pc:sldMkLst>
          <pc:docMk/>
          <pc:sldMk cId="4000446612" sldId="257"/>
        </pc:sldMkLst>
      </pc:sldChg>
      <pc:sldChg chg="modSp mod">
        <pc:chgData name="Alexandru mihai CARP (454)" userId="41a3a24a-f4ca-4db4-8078-1f09c43df43c" providerId="ADAL" clId="{E141B16F-E78A-4B62-AD18-A09F9518638B}" dt="2023-04-01T06:29:29.062" v="864" actId="20577"/>
        <pc:sldMkLst>
          <pc:docMk/>
          <pc:sldMk cId="4102530839" sldId="260"/>
        </pc:sldMkLst>
      </pc:sldChg>
      <pc:sldChg chg="modSp mod">
        <pc:chgData name="Alexandru mihai CARP (454)" userId="41a3a24a-f4ca-4db4-8078-1f09c43df43c" providerId="ADAL" clId="{E141B16F-E78A-4B62-AD18-A09F9518638B}" dt="2023-04-01T06:36:11.294" v="930" actId="20577"/>
        <pc:sldMkLst>
          <pc:docMk/>
          <pc:sldMk cId="2207329123" sldId="263"/>
        </pc:sldMkLst>
      </pc:sldChg>
      <pc:sldChg chg="modSp mod">
        <pc:chgData name="Alexandru mihai CARP (454)" userId="41a3a24a-f4ca-4db4-8078-1f09c43df43c" providerId="ADAL" clId="{E141B16F-E78A-4B62-AD18-A09F9518638B}" dt="2023-04-01T06:47:20.456" v="1016" actId="20577"/>
        <pc:sldMkLst>
          <pc:docMk/>
          <pc:sldMk cId="1525170977" sldId="265"/>
        </pc:sldMkLst>
      </pc:sldChg>
      <pc:sldChg chg="modSp mod">
        <pc:chgData name="Alexandru mihai CARP (454)" userId="41a3a24a-f4ca-4db4-8078-1f09c43df43c" providerId="ADAL" clId="{E141B16F-E78A-4B62-AD18-A09F9518638B}" dt="2023-04-01T06:57:41.806" v="1154" actId="20577"/>
        <pc:sldMkLst>
          <pc:docMk/>
          <pc:sldMk cId="1482987784" sldId="266"/>
        </pc:sldMkLst>
      </pc:sldChg>
      <pc:sldChg chg="modSp mod">
        <pc:chgData name="Alexandru mihai CARP (454)" userId="41a3a24a-f4ca-4db4-8078-1f09c43df43c" providerId="ADAL" clId="{E141B16F-E78A-4B62-AD18-A09F9518638B}" dt="2023-04-01T07:02:41.485" v="1206" actId="20577"/>
        <pc:sldMkLst>
          <pc:docMk/>
          <pc:sldMk cId="1889242860" sldId="268"/>
        </pc:sldMkLst>
      </pc:sldChg>
      <pc:sldChg chg="modSp new mod">
        <pc:chgData name="Alexandru mihai CARP (454)" userId="41a3a24a-f4ca-4db4-8078-1f09c43df43c" providerId="ADAL" clId="{E141B16F-E78A-4B62-AD18-A09F9518638B}" dt="2023-04-01T07:59:12.219" v="1254" actId="5793"/>
        <pc:sldMkLst>
          <pc:docMk/>
          <pc:sldMk cId="1562163809" sldId="272"/>
        </pc:sldMkLst>
      </pc:sldChg>
    </pc:docChg>
  </pc:docChgLst>
  <pc:docChgLst>
    <pc:chgData name="Alexandru mihai CARP (454)" userId="41a3a24a-f4ca-4db4-8078-1f09c43df43c" providerId="ADAL" clId="{4EB04C49-5F46-443E-A4F7-F5A3B45C8CED}"/>
    <pc:docChg chg="undo custSel modSld">
      <pc:chgData name="Alexandru mihai CARP (454)" userId="41a3a24a-f4ca-4db4-8078-1f09c43df43c" providerId="ADAL" clId="{4EB04C49-5F46-443E-A4F7-F5A3B45C8CED}" dt="2025-04-12T06:53:21.532" v="374" actId="20577"/>
      <pc:docMkLst>
        <pc:docMk/>
      </pc:docMkLst>
      <pc:sldChg chg="modSp mod">
        <pc:chgData name="Alexandru mihai CARP (454)" userId="41a3a24a-f4ca-4db4-8078-1f09c43df43c" providerId="ADAL" clId="{4EB04C49-5F46-443E-A4F7-F5A3B45C8CED}" dt="2025-04-11T18:11:07.536" v="7" actId="20577"/>
        <pc:sldMkLst>
          <pc:docMk/>
          <pc:sldMk cId="1622950917" sldId="256"/>
        </pc:sldMkLst>
        <pc:spChg chg="mod">
          <ac:chgData name="Alexandru mihai CARP (454)" userId="41a3a24a-f4ca-4db4-8078-1f09c43df43c" providerId="ADAL" clId="{4EB04C49-5F46-443E-A4F7-F5A3B45C8CED}" dt="2025-04-11T18:11:07.536" v="7" actId="20577"/>
          <ac:spMkLst>
            <pc:docMk/>
            <pc:sldMk cId="1622950917" sldId="256"/>
            <ac:spMk id="3" creationId="{7929A016-F15E-4BA3-82EC-B4CCA3254930}"/>
          </ac:spMkLst>
        </pc:spChg>
      </pc:sldChg>
      <pc:sldChg chg="modSp mod">
        <pc:chgData name="Alexandru mihai CARP (454)" userId="41a3a24a-f4ca-4db4-8078-1f09c43df43c" providerId="ADAL" clId="{4EB04C49-5F46-443E-A4F7-F5A3B45C8CED}" dt="2025-04-12T06:20:04.950" v="158" actId="20577"/>
        <pc:sldMkLst>
          <pc:docMk/>
          <pc:sldMk cId="4102530839" sldId="260"/>
        </pc:sldMkLst>
        <pc:spChg chg="mod">
          <ac:chgData name="Alexandru mihai CARP (454)" userId="41a3a24a-f4ca-4db4-8078-1f09c43df43c" providerId="ADAL" clId="{4EB04C49-5F46-443E-A4F7-F5A3B45C8CED}" dt="2025-04-12T06:20:04.950" v="158" actId="20577"/>
          <ac:spMkLst>
            <pc:docMk/>
            <pc:sldMk cId="4102530839" sldId="260"/>
            <ac:spMk id="17" creationId="{2ACDDCCB-3FAA-47A6-A1A2-32BACEEBDD78}"/>
          </ac:spMkLst>
        </pc:spChg>
      </pc:sldChg>
      <pc:sldChg chg="modSp mod">
        <pc:chgData name="Alexandru mihai CARP (454)" userId="41a3a24a-f4ca-4db4-8078-1f09c43df43c" providerId="ADAL" clId="{4EB04C49-5F46-443E-A4F7-F5A3B45C8CED}" dt="2025-04-12T06:33:51.878" v="229" actId="20577"/>
        <pc:sldMkLst>
          <pc:docMk/>
          <pc:sldMk cId="1525170977" sldId="265"/>
        </pc:sldMkLst>
        <pc:spChg chg="mod">
          <ac:chgData name="Alexandru mihai CARP (454)" userId="41a3a24a-f4ca-4db4-8078-1f09c43df43c" providerId="ADAL" clId="{4EB04C49-5F46-443E-A4F7-F5A3B45C8CED}" dt="2025-04-12T06:33:51.878" v="229" actId="20577"/>
          <ac:spMkLst>
            <pc:docMk/>
            <pc:sldMk cId="1525170977" sldId="265"/>
            <ac:spMk id="17" creationId="{2ACDDCCB-3FAA-47A6-A1A2-32BACEEBDD78}"/>
          </ac:spMkLst>
        </pc:spChg>
      </pc:sldChg>
      <pc:sldChg chg="modSp mod">
        <pc:chgData name="Alexandru mihai CARP (454)" userId="41a3a24a-f4ca-4db4-8078-1f09c43df43c" providerId="ADAL" clId="{4EB04C49-5F46-443E-A4F7-F5A3B45C8CED}" dt="2025-04-12T06:46:09.039" v="298" actId="20577"/>
        <pc:sldMkLst>
          <pc:docMk/>
          <pc:sldMk cId="1482987784" sldId="266"/>
        </pc:sldMkLst>
        <pc:spChg chg="mod">
          <ac:chgData name="Alexandru mihai CARP (454)" userId="41a3a24a-f4ca-4db4-8078-1f09c43df43c" providerId="ADAL" clId="{4EB04C49-5F46-443E-A4F7-F5A3B45C8CED}" dt="2025-04-12T06:46:09.039" v="298" actId="20577"/>
          <ac:spMkLst>
            <pc:docMk/>
            <pc:sldMk cId="1482987784" sldId="266"/>
            <ac:spMk id="12" creationId="{5290D6B7-3202-4A0D-BFE6-62BBB9B4DA75}"/>
          </ac:spMkLst>
        </pc:spChg>
      </pc:sldChg>
      <pc:sldChg chg="modSp mod">
        <pc:chgData name="Alexandru mihai CARP (454)" userId="41a3a24a-f4ca-4db4-8078-1f09c43df43c" providerId="ADAL" clId="{4EB04C49-5F46-443E-A4F7-F5A3B45C8CED}" dt="2025-04-12T06:53:21.532" v="374" actId="20577"/>
        <pc:sldMkLst>
          <pc:docMk/>
          <pc:sldMk cId="1889242860" sldId="268"/>
        </pc:sldMkLst>
        <pc:spChg chg="mod">
          <ac:chgData name="Alexandru mihai CARP (454)" userId="41a3a24a-f4ca-4db4-8078-1f09c43df43c" providerId="ADAL" clId="{4EB04C49-5F46-443E-A4F7-F5A3B45C8CED}" dt="2025-04-12T06:53:21.532" v="374" actId="20577"/>
          <ac:spMkLst>
            <pc:docMk/>
            <pc:sldMk cId="1889242860" sldId="268"/>
            <ac:spMk id="17" creationId="{2ACDDCCB-3FAA-47A6-A1A2-32BACEEBDD78}"/>
          </ac:spMkLst>
        </pc:spChg>
      </pc:sldChg>
      <pc:sldChg chg="addSp modSp mod">
        <pc:chgData name="Alexandru mihai CARP (454)" userId="41a3a24a-f4ca-4db4-8078-1f09c43df43c" providerId="ADAL" clId="{4EB04C49-5F46-443E-A4F7-F5A3B45C8CED}" dt="2025-04-12T05:58:32.892" v="99" actId="20577"/>
        <pc:sldMkLst>
          <pc:docMk/>
          <pc:sldMk cId="1562163809" sldId="272"/>
        </pc:sldMkLst>
        <pc:spChg chg="mod">
          <ac:chgData name="Alexandru mihai CARP (454)" userId="41a3a24a-f4ca-4db4-8078-1f09c43df43c" providerId="ADAL" clId="{4EB04C49-5F46-443E-A4F7-F5A3B45C8CED}" dt="2025-04-12T05:58:32.892" v="99" actId="20577"/>
          <ac:spMkLst>
            <pc:docMk/>
            <pc:sldMk cId="1562163809" sldId="272"/>
            <ac:spMk id="3" creationId="{84E27634-A7A0-7214-3C98-B29CE9EF8065}"/>
          </ac:spMkLst>
        </pc:spChg>
        <pc:spChg chg="add">
          <ac:chgData name="Alexandru mihai CARP (454)" userId="41a3a24a-f4ca-4db4-8078-1f09c43df43c" providerId="ADAL" clId="{4EB04C49-5F46-443E-A4F7-F5A3B45C8CED}" dt="2025-04-11T19:00:18.040" v="55"/>
          <ac:spMkLst>
            <pc:docMk/>
            <pc:sldMk cId="1562163809" sldId="272"/>
            <ac:spMk id="4" creationId="{7025F26C-99A4-A3B2-931E-CBCE9A312CF1}"/>
          </ac:spMkLst>
        </pc:spChg>
        <pc:spChg chg="add mod">
          <ac:chgData name="Alexandru mihai CARP (454)" userId="41a3a24a-f4ca-4db4-8078-1f09c43df43c" providerId="ADAL" clId="{4EB04C49-5F46-443E-A4F7-F5A3B45C8CED}" dt="2025-04-11T19:00:23.511" v="57"/>
          <ac:spMkLst>
            <pc:docMk/>
            <pc:sldMk cId="1562163809" sldId="272"/>
            <ac:spMk id="5" creationId="{BAF03913-51D5-CF2A-1343-199EA0F91C06}"/>
          </ac:spMkLst>
        </pc:spChg>
      </pc:sldChg>
    </pc:docChg>
  </pc:docChgLst>
  <pc:docChgLst>
    <pc:chgData name="Alexandru mihai CARP (454)" userId="41a3a24a-f4ca-4db4-8078-1f09c43df43c" providerId="ADAL" clId="{9701F895-BADA-44FA-812D-AB1BDFDD44F3}"/>
    <pc:docChg chg="undo redo custSel modSld">
      <pc:chgData name="Alexandru mihai CARP (454)" userId="41a3a24a-f4ca-4db4-8078-1f09c43df43c" providerId="ADAL" clId="{9701F895-BADA-44FA-812D-AB1BDFDD44F3}" dt="2024-04-05T15:36:11.489" v="545" actId="20577"/>
      <pc:docMkLst>
        <pc:docMk/>
      </pc:docMkLst>
      <pc:sldChg chg="modSp mod">
        <pc:chgData name="Alexandru mihai CARP (454)" userId="41a3a24a-f4ca-4db4-8078-1f09c43df43c" providerId="ADAL" clId="{9701F895-BADA-44FA-812D-AB1BDFDD44F3}" dt="2024-04-04T17:47:17.304" v="9" actId="20577"/>
        <pc:sldMkLst>
          <pc:docMk/>
          <pc:sldMk cId="1622950917" sldId="256"/>
        </pc:sldMkLst>
      </pc:sldChg>
      <pc:sldChg chg="modSp mod">
        <pc:chgData name="Alexandru mihai CARP (454)" userId="41a3a24a-f4ca-4db4-8078-1f09c43df43c" providerId="ADAL" clId="{9701F895-BADA-44FA-812D-AB1BDFDD44F3}" dt="2024-04-05T14:20:45.842" v="177" actId="20577"/>
        <pc:sldMkLst>
          <pc:docMk/>
          <pc:sldMk cId="4102530839" sldId="260"/>
        </pc:sldMkLst>
      </pc:sldChg>
      <pc:sldChg chg="modSp mod">
        <pc:chgData name="Alexandru mihai CARP (454)" userId="41a3a24a-f4ca-4db4-8078-1f09c43df43c" providerId="ADAL" clId="{9701F895-BADA-44FA-812D-AB1BDFDD44F3}" dt="2024-04-05T14:21:48.576" v="189" actId="20577"/>
        <pc:sldMkLst>
          <pc:docMk/>
          <pc:sldMk cId="2271897638" sldId="261"/>
        </pc:sldMkLst>
      </pc:sldChg>
      <pc:sldChg chg="modSp mod">
        <pc:chgData name="Alexandru mihai CARP (454)" userId="41a3a24a-f4ca-4db4-8078-1f09c43df43c" providerId="ADAL" clId="{9701F895-BADA-44FA-812D-AB1BDFDD44F3}" dt="2024-04-05T14:26:17.988" v="252" actId="20577"/>
        <pc:sldMkLst>
          <pc:docMk/>
          <pc:sldMk cId="2207329123" sldId="263"/>
        </pc:sldMkLst>
      </pc:sldChg>
      <pc:sldChg chg="modSp mod">
        <pc:chgData name="Alexandru mihai CARP (454)" userId="41a3a24a-f4ca-4db4-8078-1f09c43df43c" providerId="ADAL" clId="{9701F895-BADA-44FA-812D-AB1BDFDD44F3}" dt="2024-04-05T14:33:10.647" v="333" actId="20577"/>
        <pc:sldMkLst>
          <pc:docMk/>
          <pc:sldMk cId="1525170977" sldId="265"/>
        </pc:sldMkLst>
      </pc:sldChg>
      <pc:sldChg chg="modSp mod">
        <pc:chgData name="Alexandru mihai CARP (454)" userId="41a3a24a-f4ca-4db4-8078-1f09c43df43c" providerId="ADAL" clId="{9701F895-BADA-44FA-812D-AB1BDFDD44F3}" dt="2024-04-05T14:41:30.218" v="471" actId="20577"/>
        <pc:sldMkLst>
          <pc:docMk/>
          <pc:sldMk cId="1482987784" sldId="266"/>
        </pc:sldMkLst>
      </pc:sldChg>
      <pc:sldChg chg="modSp mod">
        <pc:chgData name="Alexandru mihai CARP (454)" userId="41a3a24a-f4ca-4db4-8078-1f09c43df43c" providerId="ADAL" clId="{9701F895-BADA-44FA-812D-AB1BDFDD44F3}" dt="2024-04-05T14:46:45.706" v="542" actId="20577"/>
        <pc:sldMkLst>
          <pc:docMk/>
          <pc:sldMk cId="1889242860" sldId="268"/>
        </pc:sldMkLst>
      </pc:sldChg>
      <pc:sldChg chg="modSp mod">
        <pc:chgData name="Alexandru mihai CARP (454)" userId="41a3a24a-f4ca-4db4-8078-1f09c43df43c" providerId="ADAL" clId="{9701F895-BADA-44FA-812D-AB1BDFDD44F3}" dt="2024-04-05T15:36:11.489" v="545" actId="20577"/>
        <pc:sldMkLst>
          <pc:docMk/>
          <pc:sldMk cId="1562163809" sldId="272"/>
        </pc:sldMkLst>
      </pc:sldChg>
      <pc:sldChg chg="modSp mod">
        <pc:chgData name="Alexandru mihai CARP (454)" userId="41a3a24a-f4ca-4db4-8078-1f09c43df43c" providerId="ADAL" clId="{9701F895-BADA-44FA-812D-AB1BDFDD44F3}" dt="2024-04-05T13:18:44.441" v="48" actId="20577"/>
        <pc:sldMkLst>
          <pc:docMk/>
          <pc:sldMk cId="439470818" sldId="273"/>
        </pc:sldMkLst>
      </pc:sldChg>
    </pc:docChg>
  </pc:docChgLst>
  <pc:docChgLst>
    <pc:chgData name="Alexandru-Mihai CARP (454)" userId="41a3a24a-f4ca-4db4-8078-1f09c43df43c" providerId="ADAL" clId="{95929F23-C12A-4FCD-960E-49F0783F73E5}"/>
    <pc:docChg chg="undo custSel addSld delSld modSld sldOrd">
      <pc:chgData name="Alexandru-Mihai CARP (454)" userId="41a3a24a-f4ca-4db4-8078-1f09c43df43c" providerId="ADAL" clId="{95929F23-C12A-4FCD-960E-49F0783F73E5}" dt="2022-03-12T07:35:19.294" v="1821" actId="20577"/>
      <pc:docMkLst>
        <pc:docMk/>
      </pc:docMkLst>
      <pc:sldChg chg="modSp mod">
        <pc:chgData name="Alexandru-Mihai CARP (454)" userId="41a3a24a-f4ca-4db4-8078-1f09c43df43c" providerId="ADAL" clId="{95929F23-C12A-4FCD-960E-49F0783F73E5}" dt="2022-03-11T15:00:23.822" v="233" actId="20577"/>
        <pc:sldMkLst>
          <pc:docMk/>
          <pc:sldMk cId="2730188775" sldId="258"/>
        </pc:sldMkLst>
      </pc:sldChg>
      <pc:sldChg chg="modSp new mod">
        <pc:chgData name="Alexandru-Mihai CARP (454)" userId="41a3a24a-f4ca-4db4-8078-1f09c43df43c" providerId="ADAL" clId="{95929F23-C12A-4FCD-960E-49F0783F73E5}" dt="2022-03-11T15:02:35.453" v="475" actId="20577"/>
        <pc:sldMkLst>
          <pc:docMk/>
          <pc:sldMk cId="2294105602" sldId="259"/>
        </pc:sldMkLst>
      </pc:sldChg>
      <pc:sldChg chg="addSp delSp modSp new mod">
        <pc:chgData name="Alexandru-Mihai CARP (454)" userId="41a3a24a-f4ca-4db4-8078-1f09c43df43c" providerId="ADAL" clId="{95929F23-C12A-4FCD-960E-49F0783F73E5}" dt="2022-03-12T07:15:23.953" v="1613" actId="20577"/>
        <pc:sldMkLst>
          <pc:docMk/>
          <pc:sldMk cId="4102530839" sldId="260"/>
        </pc:sldMkLst>
      </pc:sldChg>
      <pc:sldChg chg="new del">
        <pc:chgData name="Alexandru-Mihai CARP (454)" userId="41a3a24a-f4ca-4db4-8078-1f09c43df43c" providerId="ADAL" clId="{95929F23-C12A-4FCD-960E-49F0783F73E5}" dt="2022-03-11T15:07:39.411" v="629" actId="47"/>
        <pc:sldMkLst>
          <pc:docMk/>
          <pc:sldMk cId="496955618" sldId="261"/>
        </pc:sldMkLst>
      </pc:sldChg>
      <pc:sldChg chg="addSp modSp add mod">
        <pc:chgData name="Alexandru-Mihai CARP (454)" userId="41a3a24a-f4ca-4db4-8078-1f09c43df43c" providerId="ADAL" clId="{95929F23-C12A-4FCD-960E-49F0783F73E5}" dt="2022-03-12T07:25:17.019" v="1672" actId="20577"/>
        <pc:sldMkLst>
          <pc:docMk/>
          <pc:sldMk cId="2271897638" sldId="261"/>
        </pc:sldMkLst>
      </pc:sldChg>
      <pc:sldChg chg="modSp new mod">
        <pc:chgData name="Alexandru-Mihai CARP (454)" userId="41a3a24a-f4ca-4db4-8078-1f09c43df43c" providerId="ADAL" clId="{95929F23-C12A-4FCD-960E-49F0783F73E5}" dt="2022-03-11T15:15:28.854" v="981" actId="20577"/>
        <pc:sldMkLst>
          <pc:docMk/>
          <pc:sldMk cId="4212999785" sldId="262"/>
        </pc:sldMkLst>
      </pc:sldChg>
      <pc:sldChg chg="modSp add mod ord">
        <pc:chgData name="Alexandru-Mihai CARP (454)" userId="41a3a24a-f4ca-4db4-8078-1f09c43df43c" providerId="ADAL" clId="{95929F23-C12A-4FCD-960E-49F0783F73E5}" dt="2022-03-12T07:21:13.234" v="1670" actId="20577"/>
        <pc:sldMkLst>
          <pc:docMk/>
          <pc:sldMk cId="2207329123" sldId="263"/>
        </pc:sldMkLst>
      </pc:sldChg>
      <pc:sldChg chg="modSp new mod">
        <pc:chgData name="Alexandru-Mihai CARP (454)" userId="41a3a24a-f4ca-4db4-8078-1f09c43df43c" providerId="ADAL" clId="{95929F23-C12A-4FCD-960E-49F0783F73E5}" dt="2022-03-11T15:22:11.542" v="1073" actId="20577"/>
        <pc:sldMkLst>
          <pc:docMk/>
          <pc:sldMk cId="2579626788" sldId="264"/>
        </pc:sldMkLst>
      </pc:sldChg>
      <pc:sldChg chg="modSp add mod ord">
        <pc:chgData name="Alexandru-Mihai CARP (454)" userId="41a3a24a-f4ca-4db4-8078-1f09c43df43c" providerId="ADAL" clId="{95929F23-C12A-4FCD-960E-49F0783F73E5}" dt="2022-03-12T07:27:01.849" v="1698" actId="20577"/>
        <pc:sldMkLst>
          <pc:docMk/>
          <pc:sldMk cId="1525170977" sldId="265"/>
        </pc:sldMkLst>
      </pc:sldChg>
      <pc:sldChg chg="modSp add mod">
        <pc:chgData name="Alexandru-Mihai CARP (454)" userId="41a3a24a-f4ca-4db4-8078-1f09c43df43c" providerId="ADAL" clId="{95929F23-C12A-4FCD-960E-49F0783F73E5}" dt="2022-03-12T07:32:09.703" v="1761" actId="20577"/>
        <pc:sldMkLst>
          <pc:docMk/>
          <pc:sldMk cId="1482987784" sldId="266"/>
        </pc:sldMkLst>
      </pc:sldChg>
      <pc:sldChg chg="modSp add mod ord">
        <pc:chgData name="Alexandru-Mihai CARP (454)" userId="41a3a24a-f4ca-4db4-8078-1f09c43df43c" providerId="ADAL" clId="{95929F23-C12A-4FCD-960E-49F0783F73E5}" dt="2022-03-11T15:25:16.122" v="1306" actId="20577"/>
        <pc:sldMkLst>
          <pc:docMk/>
          <pc:sldMk cId="2622586048" sldId="267"/>
        </pc:sldMkLst>
      </pc:sldChg>
      <pc:sldChg chg="new del">
        <pc:chgData name="Alexandru-Mihai CARP (454)" userId="41a3a24a-f4ca-4db4-8078-1f09c43df43c" providerId="ADAL" clId="{95929F23-C12A-4FCD-960E-49F0783F73E5}" dt="2022-03-11T15:25:49.384" v="1330" actId="680"/>
        <pc:sldMkLst>
          <pc:docMk/>
          <pc:sldMk cId="612166338" sldId="268"/>
        </pc:sldMkLst>
      </pc:sldChg>
      <pc:sldChg chg="addSp modSp add mod">
        <pc:chgData name="Alexandru-Mihai CARP (454)" userId="41a3a24a-f4ca-4db4-8078-1f09c43df43c" providerId="ADAL" clId="{95929F23-C12A-4FCD-960E-49F0783F73E5}" dt="2022-03-12T07:35:19.294" v="1821" actId="20577"/>
        <pc:sldMkLst>
          <pc:docMk/>
          <pc:sldMk cId="1889242860" sldId="268"/>
        </pc:sldMkLst>
      </pc:sldChg>
      <pc:sldChg chg="addSp delSp modSp add mod">
        <pc:chgData name="Alexandru-Mihai CARP (454)" userId="41a3a24a-f4ca-4db4-8078-1f09c43df43c" providerId="ADAL" clId="{95929F23-C12A-4FCD-960E-49F0783F73E5}" dt="2022-03-11T15:31:12.081" v="1418" actId="1076"/>
        <pc:sldMkLst>
          <pc:docMk/>
          <pc:sldMk cId="3427602502" sldId="269"/>
        </pc:sldMkLst>
      </pc:sldChg>
      <pc:sldChg chg="new del">
        <pc:chgData name="Alexandru-Mihai CARP (454)" userId="41a3a24a-f4ca-4db4-8078-1f09c43df43c" providerId="ADAL" clId="{95929F23-C12A-4FCD-960E-49F0783F73E5}" dt="2022-03-11T15:31:27.838" v="1422" actId="680"/>
        <pc:sldMkLst>
          <pc:docMk/>
          <pc:sldMk cId="1370315544" sldId="270"/>
        </pc:sldMkLst>
      </pc:sldChg>
      <pc:sldChg chg="new del">
        <pc:chgData name="Alexandru-Mihai CARP (454)" userId="41a3a24a-f4ca-4db4-8078-1f09c43df43c" providerId="ADAL" clId="{95929F23-C12A-4FCD-960E-49F0783F73E5}" dt="2022-03-11T15:31:17.078" v="1420" actId="680"/>
        <pc:sldMkLst>
          <pc:docMk/>
          <pc:sldMk cId="2368558195" sldId="270"/>
        </pc:sldMkLst>
      </pc:sldChg>
      <pc:sldChg chg="addSp modSp add mod">
        <pc:chgData name="Alexandru-Mihai CARP (454)" userId="41a3a24a-f4ca-4db4-8078-1f09c43df43c" providerId="ADAL" clId="{95929F23-C12A-4FCD-960E-49F0783F73E5}" dt="2022-03-11T15:32:32.089" v="1482" actId="1076"/>
        <pc:sldMkLst>
          <pc:docMk/>
          <pc:sldMk cId="2398467143" sldId="270"/>
        </pc:sldMkLst>
      </pc:sldChg>
      <pc:sldChg chg="addSp delSp modSp new mod modClrScheme chgLayout">
        <pc:chgData name="Alexandru-Mihai CARP (454)" userId="41a3a24a-f4ca-4db4-8078-1f09c43df43c" providerId="ADAL" clId="{95929F23-C12A-4FCD-960E-49F0783F73E5}" dt="2022-03-11T15:33:02.742" v="1502" actId="478"/>
        <pc:sldMkLst>
          <pc:docMk/>
          <pc:sldMk cId="1911025790" sldId="271"/>
        </pc:sldMkLst>
      </pc:sldChg>
    </pc:docChg>
  </pc:docChgLst>
  <pc:docChgLst>
    <pc:chgData name="Alexandru mihai CARP (454)" userId="41a3a24a-f4ca-4db4-8078-1f09c43df43c" providerId="ADAL" clId="{3A22F498-2173-425F-BD68-D41ED545AD30}"/>
    <pc:docChg chg="undo custSel modSld">
      <pc:chgData name="Alexandru mihai CARP (454)" userId="41a3a24a-f4ca-4db4-8078-1f09c43df43c" providerId="ADAL" clId="{3A22F498-2173-425F-BD68-D41ED545AD30}" dt="2025-03-09T08:31:22.926" v="117" actId="20577"/>
      <pc:docMkLst>
        <pc:docMk/>
      </pc:docMkLst>
      <pc:sldChg chg="modSp mod">
        <pc:chgData name="Alexandru mihai CARP (454)" userId="41a3a24a-f4ca-4db4-8078-1f09c43df43c" providerId="ADAL" clId="{3A22F498-2173-425F-BD68-D41ED545AD30}" dt="2025-03-07T18:08:31.893" v="5" actId="20577"/>
        <pc:sldMkLst>
          <pc:docMk/>
          <pc:sldMk cId="1622950917" sldId="256"/>
        </pc:sldMkLst>
        <pc:spChg chg="mod">
          <ac:chgData name="Alexandru mihai CARP (454)" userId="41a3a24a-f4ca-4db4-8078-1f09c43df43c" providerId="ADAL" clId="{3A22F498-2173-425F-BD68-D41ED545AD30}" dt="2025-03-07T18:08:31.893" v="5" actId="20577"/>
          <ac:spMkLst>
            <pc:docMk/>
            <pc:sldMk cId="1622950917" sldId="256"/>
            <ac:spMk id="3" creationId="{7929A016-F15E-4BA3-82EC-B4CCA3254930}"/>
          </ac:spMkLst>
        </pc:spChg>
      </pc:sldChg>
      <pc:sldChg chg="modSp mod">
        <pc:chgData name="Alexandru mihai CARP (454)" userId="41a3a24a-f4ca-4db4-8078-1f09c43df43c" providerId="ADAL" clId="{3A22F498-2173-425F-BD68-D41ED545AD30}" dt="2025-03-09T07:18:14.621" v="76" actId="20577"/>
        <pc:sldMkLst>
          <pc:docMk/>
          <pc:sldMk cId="4102530839" sldId="260"/>
        </pc:sldMkLst>
        <pc:spChg chg="mod">
          <ac:chgData name="Alexandru mihai CARP (454)" userId="41a3a24a-f4ca-4db4-8078-1f09c43df43c" providerId="ADAL" clId="{3A22F498-2173-425F-BD68-D41ED545AD30}" dt="2025-03-09T07:18:14.621" v="76" actId="20577"/>
          <ac:spMkLst>
            <pc:docMk/>
            <pc:sldMk cId="4102530839" sldId="260"/>
            <ac:spMk id="17" creationId="{2ACDDCCB-3FAA-47A6-A1A2-32BACEEBDD78}"/>
          </ac:spMkLst>
        </pc:spChg>
      </pc:sldChg>
      <pc:sldChg chg="modSp mod">
        <pc:chgData name="Alexandru mihai CARP (454)" userId="41a3a24a-f4ca-4db4-8078-1f09c43df43c" providerId="ADAL" clId="{3A22F498-2173-425F-BD68-D41ED545AD30}" dt="2025-03-09T07:19:09.576" v="80" actId="20577"/>
        <pc:sldMkLst>
          <pc:docMk/>
          <pc:sldMk cId="2271897638" sldId="261"/>
        </pc:sldMkLst>
        <pc:spChg chg="mod">
          <ac:chgData name="Alexandru mihai CARP (454)" userId="41a3a24a-f4ca-4db4-8078-1f09c43df43c" providerId="ADAL" clId="{3A22F498-2173-425F-BD68-D41ED545AD30}" dt="2025-03-09T07:19:09.576" v="80" actId="20577"/>
          <ac:spMkLst>
            <pc:docMk/>
            <pc:sldMk cId="2271897638" sldId="261"/>
            <ac:spMk id="17" creationId="{2ACDDCCB-3FAA-47A6-A1A2-32BACEEBDD78}"/>
          </ac:spMkLst>
        </pc:spChg>
      </pc:sldChg>
      <pc:sldChg chg="modSp mod">
        <pc:chgData name="Alexandru mihai CARP (454)" userId="41a3a24a-f4ca-4db4-8078-1f09c43df43c" providerId="ADAL" clId="{3A22F498-2173-425F-BD68-D41ED545AD30}" dt="2025-03-09T07:29:52.712" v="114" actId="20577"/>
        <pc:sldMkLst>
          <pc:docMk/>
          <pc:sldMk cId="1525170977" sldId="265"/>
        </pc:sldMkLst>
        <pc:spChg chg="mod">
          <ac:chgData name="Alexandru mihai CARP (454)" userId="41a3a24a-f4ca-4db4-8078-1f09c43df43c" providerId="ADAL" clId="{3A22F498-2173-425F-BD68-D41ED545AD30}" dt="2025-03-09T07:29:52.712" v="114" actId="20577"/>
          <ac:spMkLst>
            <pc:docMk/>
            <pc:sldMk cId="1525170977" sldId="265"/>
            <ac:spMk id="17" creationId="{2ACDDCCB-3FAA-47A6-A1A2-32BACEEBDD78}"/>
          </ac:spMkLst>
        </pc:spChg>
      </pc:sldChg>
      <pc:sldChg chg="modSp mod">
        <pc:chgData name="Alexandru mihai CARP (454)" userId="41a3a24a-f4ca-4db4-8078-1f09c43df43c" providerId="ADAL" clId="{3A22F498-2173-425F-BD68-D41ED545AD30}" dt="2025-03-09T08:31:22.926" v="117" actId="20577"/>
        <pc:sldMkLst>
          <pc:docMk/>
          <pc:sldMk cId="1562163809" sldId="272"/>
        </pc:sldMkLst>
        <pc:spChg chg="mod">
          <ac:chgData name="Alexandru mihai CARP (454)" userId="41a3a24a-f4ca-4db4-8078-1f09c43df43c" providerId="ADAL" clId="{3A22F498-2173-425F-BD68-D41ED545AD30}" dt="2025-03-09T08:31:22.926" v="117" actId="20577"/>
          <ac:spMkLst>
            <pc:docMk/>
            <pc:sldMk cId="1562163809" sldId="272"/>
            <ac:spMk id="3" creationId="{84E27634-A7A0-7214-3C98-B29CE9EF8065}"/>
          </ac:spMkLst>
        </pc:spChg>
      </pc:sldChg>
    </pc:docChg>
  </pc:docChgLst>
  <pc:docChgLst>
    <pc:chgData name="Alexandru-Mihai CARP (454)" userId="41a3a24a-f4ca-4db4-8078-1f09c43df43c" providerId="ADAL" clId="{A10F417D-F95C-405A-8B0A-C3EEB85F9E6B}"/>
    <pc:docChg chg="undo custSel modSld">
      <pc:chgData name="Alexandru-Mihai CARP (454)" userId="41a3a24a-f4ca-4db4-8078-1f09c43df43c" providerId="ADAL" clId="{A10F417D-F95C-405A-8B0A-C3EEB85F9E6B}" dt="2022-04-09T07:09:22.232" v="343" actId="20577"/>
      <pc:docMkLst>
        <pc:docMk/>
      </pc:docMkLst>
      <pc:sldChg chg="modSp mod">
        <pc:chgData name="Alexandru-Mihai CARP (454)" userId="41a3a24a-f4ca-4db4-8078-1f09c43df43c" providerId="ADAL" clId="{A10F417D-F95C-405A-8B0A-C3EEB85F9E6B}" dt="2022-04-08T18:05:50.816" v="5" actId="20577"/>
        <pc:sldMkLst>
          <pc:docMk/>
          <pc:sldMk cId="1622950917" sldId="256"/>
        </pc:sldMkLst>
      </pc:sldChg>
      <pc:sldChg chg="modSp mod">
        <pc:chgData name="Alexandru-Mihai CARP (454)" userId="41a3a24a-f4ca-4db4-8078-1f09c43df43c" providerId="ADAL" clId="{A10F417D-F95C-405A-8B0A-C3EEB85F9E6B}" dt="2022-04-09T06:40:33.754" v="139" actId="20577"/>
        <pc:sldMkLst>
          <pc:docMk/>
          <pc:sldMk cId="4102530839" sldId="260"/>
        </pc:sldMkLst>
      </pc:sldChg>
      <pc:sldChg chg="modSp mod">
        <pc:chgData name="Alexandru-Mihai CARP (454)" userId="41a3a24a-f4ca-4db4-8078-1f09c43df43c" providerId="ADAL" clId="{A10F417D-F95C-405A-8B0A-C3EEB85F9E6B}" dt="2022-04-09T06:41:29.398" v="140"/>
        <pc:sldMkLst>
          <pc:docMk/>
          <pc:sldMk cId="2271897638" sldId="261"/>
        </pc:sldMkLst>
      </pc:sldChg>
      <pc:sldChg chg="modSp mod">
        <pc:chgData name="Alexandru-Mihai CARP (454)" userId="41a3a24a-f4ca-4db4-8078-1f09c43df43c" providerId="ADAL" clId="{A10F417D-F95C-405A-8B0A-C3EEB85F9E6B}" dt="2022-04-09T06:47:08.143" v="195" actId="20577"/>
        <pc:sldMkLst>
          <pc:docMk/>
          <pc:sldMk cId="2207329123" sldId="263"/>
        </pc:sldMkLst>
      </pc:sldChg>
      <pc:sldChg chg="modSp mod">
        <pc:chgData name="Alexandru-Mihai CARP (454)" userId="41a3a24a-f4ca-4db4-8078-1f09c43df43c" providerId="ADAL" clId="{A10F417D-F95C-405A-8B0A-C3EEB85F9E6B}" dt="2022-04-09T06:54:06.692" v="216" actId="113"/>
        <pc:sldMkLst>
          <pc:docMk/>
          <pc:sldMk cId="1525170977" sldId="265"/>
        </pc:sldMkLst>
      </pc:sldChg>
      <pc:sldChg chg="addSp delSp modSp mod">
        <pc:chgData name="Alexandru-Mihai CARP (454)" userId="41a3a24a-f4ca-4db4-8078-1f09c43df43c" providerId="ADAL" clId="{A10F417D-F95C-405A-8B0A-C3EEB85F9E6B}" dt="2022-04-09T07:08:01.154" v="298" actId="113"/>
        <pc:sldMkLst>
          <pc:docMk/>
          <pc:sldMk cId="1482987784" sldId="266"/>
        </pc:sldMkLst>
      </pc:sldChg>
      <pc:sldChg chg="modSp mod">
        <pc:chgData name="Alexandru-Mihai CARP (454)" userId="41a3a24a-f4ca-4db4-8078-1f09c43df43c" providerId="ADAL" clId="{A10F417D-F95C-405A-8B0A-C3EEB85F9E6B}" dt="2022-04-09T07:09:22.232" v="343" actId="20577"/>
        <pc:sldMkLst>
          <pc:docMk/>
          <pc:sldMk cId="1889242860" sldId="268"/>
        </pc:sldMkLst>
      </pc:sldChg>
    </pc:docChg>
  </pc:docChgLst>
  <pc:docChgLst>
    <pc:chgData name="Alexandru mihai CARP (454)" userId="S::alexandru.carp@upb.ro::41a3a24a-f4ca-4db4-8078-1f09c43df43c" providerId="AD" clId="Web-{16AAF644-91ED-7498-A9F7-E22684AEF758}"/>
    <pc:docChg chg="addSld modSld">
      <pc:chgData name="Alexandru mihai CARP (454)" userId="S::alexandru.carp@upb.ro::41a3a24a-f4ca-4db4-8078-1f09c43df43c" providerId="AD" clId="Web-{16AAF644-91ED-7498-A9F7-E22684AEF758}" dt="2024-04-05T11:56:57.751" v="61" actId="20577"/>
      <pc:docMkLst>
        <pc:docMk/>
      </pc:docMkLst>
      <pc:sldChg chg="modSp">
        <pc:chgData name="Alexandru mihai CARP (454)" userId="S::alexandru.carp@upb.ro::41a3a24a-f4ca-4db4-8078-1f09c43df43c" providerId="AD" clId="Web-{16AAF644-91ED-7498-A9F7-E22684AEF758}" dt="2024-04-05T11:53:14.046" v="9" actId="20577"/>
        <pc:sldMkLst>
          <pc:docMk/>
          <pc:sldMk cId="2730188775" sldId="258"/>
        </pc:sldMkLst>
      </pc:sldChg>
      <pc:sldChg chg="modSp new">
        <pc:chgData name="Alexandru mihai CARP (454)" userId="S::alexandru.carp@upb.ro::41a3a24a-f4ca-4db4-8078-1f09c43df43c" providerId="AD" clId="Web-{16AAF644-91ED-7498-A9F7-E22684AEF758}" dt="2024-04-05T11:56:57.751" v="61" actId="20577"/>
        <pc:sldMkLst>
          <pc:docMk/>
          <pc:sldMk cId="439470818" sldId="273"/>
        </pc:sldMkLst>
      </pc:sldChg>
    </pc:docChg>
  </pc:docChgLst>
  <pc:docChgLst>
    <pc:chgData name="Alexandru mihai CARP" userId="41a3a24a-f4ca-4db4-8078-1f09c43df43c" providerId="ADAL" clId="{E141B16F-E78A-4B62-AD18-A09F9518638B}"/>
    <pc:docChg chg="undo custSel modSld">
      <pc:chgData name="Alexandru mihai CARP" userId="41a3a24a-f4ca-4db4-8078-1f09c43df43c" providerId="ADAL" clId="{E141B16F-E78A-4B62-AD18-A09F9518638B}" dt="2023-03-02T19:26:20.356" v="21" actId="20577"/>
      <pc:docMkLst>
        <pc:docMk/>
      </pc:docMkLst>
      <pc:sldChg chg="modSp mod">
        <pc:chgData name="Alexandru mihai CARP" userId="41a3a24a-f4ca-4db4-8078-1f09c43df43c" providerId="ADAL" clId="{E141B16F-E78A-4B62-AD18-A09F9518638B}" dt="2023-03-02T19:17:19.360" v="7" actId="20577"/>
        <pc:sldMkLst>
          <pc:docMk/>
          <pc:sldMk cId="1622950917" sldId="256"/>
        </pc:sldMkLst>
      </pc:sldChg>
      <pc:sldChg chg="modSp mod">
        <pc:chgData name="Alexandru mihai CARP" userId="41a3a24a-f4ca-4db4-8078-1f09c43df43c" providerId="ADAL" clId="{E141B16F-E78A-4B62-AD18-A09F9518638B}" dt="2023-03-02T19:25:13.584" v="16" actId="1035"/>
        <pc:sldMkLst>
          <pc:docMk/>
          <pc:sldMk cId="4102530839" sldId="260"/>
        </pc:sldMkLst>
      </pc:sldChg>
      <pc:sldChg chg="modSp mod">
        <pc:chgData name="Alexandru mihai CARP" userId="41a3a24a-f4ca-4db4-8078-1f09c43df43c" providerId="ADAL" clId="{E141B16F-E78A-4B62-AD18-A09F9518638B}" dt="2023-03-02T19:25:26.278" v="17" actId="20577"/>
        <pc:sldMkLst>
          <pc:docMk/>
          <pc:sldMk cId="2207329123" sldId="263"/>
        </pc:sldMkLst>
      </pc:sldChg>
      <pc:sldChg chg="modSp mod">
        <pc:chgData name="Alexandru mihai CARP" userId="41a3a24a-f4ca-4db4-8078-1f09c43df43c" providerId="ADAL" clId="{E141B16F-E78A-4B62-AD18-A09F9518638B}" dt="2023-03-02T19:25:49.816" v="18" actId="20577"/>
        <pc:sldMkLst>
          <pc:docMk/>
          <pc:sldMk cId="1525170977" sldId="265"/>
        </pc:sldMkLst>
      </pc:sldChg>
      <pc:sldChg chg="modSp mod">
        <pc:chgData name="Alexandru mihai CARP" userId="41a3a24a-f4ca-4db4-8078-1f09c43df43c" providerId="ADAL" clId="{E141B16F-E78A-4B62-AD18-A09F9518638B}" dt="2023-03-02T19:26:08.741" v="19" actId="20577"/>
        <pc:sldMkLst>
          <pc:docMk/>
          <pc:sldMk cId="1482987784" sldId="266"/>
        </pc:sldMkLst>
      </pc:sldChg>
      <pc:sldChg chg="modSp mod">
        <pc:chgData name="Alexandru mihai CARP" userId="41a3a24a-f4ca-4db4-8078-1f09c43df43c" providerId="ADAL" clId="{E141B16F-E78A-4B62-AD18-A09F9518638B}" dt="2023-03-02T19:26:20.356" v="21" actId="20577"/>
        <pc:sldMkLst>
          <pc:docMk/>
          <pc:sldMk cId="188924286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8279-E92A-4E05-9341-96094BEF6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F26B5-1801-4277-A272-CDB9CB586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7783-5C6D-466C-9DD9-D472150C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C3A14-C5B1-4714-A2DD-4931991D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CDFB2-7CCF-4C96-8952-0933455D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5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B1AC-4A59-46A9-AD37-08886B38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75348-0D63-4113-B8A2-388003815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1D1DC-03D4-49E2-9A2B-65A2D48F8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DDA5E-BCCF-4590-B1A2-838CC92F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16D9A-A036-4E0A-AF24-2E976120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5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1DC0-8DAF-4CEA-B35D-B4D97938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753B3-D912-4194-BE0C-BBD7F7CB2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5EE18-F6A6-469D-B1FA-8E680D9D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33AE-D6A2-4D07-B8BE-B8A87EEF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C07DA-6094-4FAE-BDDB-DFFACC93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4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4718-9E9B-44CD-93C0-1CB11B8D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28114-67C9-4EC6-ADCB-7F76D09A4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B991A-D8F8-4D71-8C3D-9CEC5D27C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B22B7-F2E7-449E-B8D9-03E93129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A5683-541B-4F8C-8F4D-6C1F5D07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2E3C5-91DB-4B5F-BD9C-E9BA349F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430D-51B6-4329-8413-1DA8451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3C4-7AEA-48BF-83E7-901F1AF2A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CFE98-C3E6-47FC-B6B1-6EF4A7DAD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3E1003-D7DA-41AD-B214-A06761214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23F4B3-7B19-4A8A-A17D-34B3C8A9D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D91646-D8FA-40BC-988A-23512566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F86E60-185F-45AC-960F-558C4027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3CF7B-2A66-47F7-9E60-879DDDE3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8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61977-1A02-46CD-9B45-2E7623985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4072A-A7F3-497B-A7D2-F37FA66D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82FE4-E0B2-4BE6-9456-FF01CAAA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1851B-4C1A-4504-965F-E79AE71E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1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17694-CBFC-419B-B156-004205B2F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0564D-B4FE-4BC2-80DF-45F0F8F5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04E33-B672-46D3-B399-4043C7CC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50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313C4-A26B-4FA6-97D2-8EA5DAAB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B983-CC4C-4D7A-ABC3-620C6E4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F2017-8E56-41EA-8E7D-07A87C194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F6FDE-EDC0-40CF-8361-E485D067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A1479-8737-4C47-85DE-44966FF3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B5115-8EFB-4AD6-A30A-587B4267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7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1782-1B9A-42C9-9F62-20ED2EE1B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DFB46-5B72-42F3-9240-7B3CF4352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65523-7867-41A9-9608-65C143F9A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567C6-336E-446B-B8E0-63E009A8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150EA-6A15-4298-AE45-DC7B891D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58EB3-468D-49EB-8681-03F67854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7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AF91-739E-4EF2-81B0-53A1E722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8FB77-37C7-43BF-9A2C-6F8A0DB43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078F2-F218-4834-9290-838B32B4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1C2B4-B043-4A66-A777-CF0A7550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47895-7B8B-46AD-A0A0-D1745107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7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85C2AF-2076-440F-9433-667DD79016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4CC7-8D71-4559-B44B-574F483F0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92F76-1C2A-4BF7-B55D-D997982F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A62B-39E9-4E0B-868E-5DB4FA0D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5F8BB-A1B5-4746-AFDC-E8858516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4F7239-A5A7-4BCE-A0E3-C70FCA84B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917B2-E15F-4824-B36C-C25B7BDF9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01CDB-6711-4B7A-A46C-83588CF8E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DF7FD-7B11-457E-869F-A9AA93013BE0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29A1D-0661-4279-8CB0-23B169C6D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D1AF-26E7-4A25-9671-C3CAC7DC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1BF21-4050-4231-AF52-2E0940DBD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palex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tipub-my.sharepoint.com/:f:/g/personal/alexandru_carp_upb_ro/Ek-Hs5NNOjFOhs627c9MgIkBRnKQwxrgJpsk3Q5Ji_utUA?e=vGtFbQ" TargetMode="External"/><Relationship Id="rId2" Type="http://schemas.openxmlformats.org/officeDocument/2006/relationships/hyperlink" Target="mailto:carpalex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250D-51A7-45D8-ADA7-510DBB901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Networks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9A016-F15E-4BA3-82EC-B4CCA3254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Alex Carp</a:t>
            </a:r>
          </a:p>
          <a:p>
            <a:r>
              <a:rPr lang="en-US" dirty="0">
                <a:hlinkClick r:id="rId2"/>
              </a:rPr>
              <a:t>carpalex@gmail.com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12.04.2025</a:t>
            </a:r>
          </a:p>
        </p:txBody>
      </p:sp>
    </p:spTree>
    <p:extLst>
      <p:ext uri="{BB962C8B-B14F-4D97-AF65-F5344CB8AC3E}">
        <p14:creationId xmlns:p14="http://schemas.microsoft.com/office/powerpoint/2010/main" val="162295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1F84-1F3D-46CC-B751-391A505D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A48B-1AB9-44F1-B3C6-7600C7B7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Firewalls – a brief history</a:t>
            </a:r>
          </a:p>
          <a:p>
            <a:r>
              <a:rPr lang="en-US" dirty="0"/>
              <a:t>Next generation firewalls – main features</a:t>
            </a:r>
          </a:p>
          <a:p>
            <a:r>
              <a:rPr lang="en-US" dirty="0"/>
              <a:t>Lab topology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Home assignment</a:t>
            </a:r>
          </a:p>
        </p:txBody>
      </p:sp>
    </p:spTree>
    <p:extLst>
      <p:ext uri="{BB962C8B-B14F-4D97-AF65-F5344CB8AC3E}">
        <p14:creationId xmlns:p14="http://schemas.microsoft.com/office/powerpoint/2010/main" val="400044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465D-6D38-404B-ACE7-84F87D57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45159-B402-47D6-87B9-07A2227FC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What is a firewall?</a:t>
            </a:r>
            <a:endParaRPr lang="en-US" dirty="0"/>
          </a:p>
          <a:p>
            <a:endParaRPr lang="en-US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generation</a:t>
            </a:r>
            <a:endParaRPr lang="en-US" dirty="0">
              <a:cs typeface="Calibri"/>
            </a:endParaRPr>
          </a:p>
          <a:p>
            <a:pPr lvl="1"/>
            <a:r>
              <a:rPr lang="en-US" dirty="0" err="1"/>
              <a:t>a.k.a</a:t>
            </a:r>
            <a:r>
              <a:rPr lang="en-US" dirty="0"/>
              <a:t> “packet-filtering” firewalls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generation</a:t>
            </a:r>
          </a:p>
          <a:p>
            <a:pPr lvl="1"/>
            <a:r>
              <a:rPr lang="en-US" dirty="0" err="1"/>
              <a:t>a.k.a</a:t>
            </a:r>
            <a:r>
              <a:rPr lang="en-US" dirty="0"/>
              <a:t> “stateful” firewalls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generation</a:t>
            </a:r>
          </a:p>
          <a:p>
            <a:pPr lvl="1"/>
            <a:r>
              <a:rPr lang="en-US" dirty="0" err="1"/>
              <a:t>a.k.a</a:t>
            </a:r>
            <a:r>
              <a:rPr lang="en-US" dirty="0"/>
              <a:t> “next generation” firewalls</a:t>
            </a:r>
          </a:p>
        </p:txBody>
      </p:sp>
    </p:spTree>
    <p:extLst>
      <p:ext uri="{BB962C8B-B14F-4D97-AF65-F5344CB8AC3E}">
        <p14:creationId xmlns:p14="http://schemas.microsoft.com/office/powerpoint/2010/main" val="273018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B5AD-1DC9-4F9A-9749-C6AFF1B0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Packet-filtering 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08A5-CA94-490F-B8FB-03166E727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able to inspect each packet, in isolation</a:t>
            </a:r>
          </a:p>
          <a:p>
            <a:r>
              <a:rPr lang="en-US" dirty="0"/>
              <a:t>Can look at:</a:t>
            </a:r>
          </a:p>
          <a:p>
            <a:pPr lvl="1"/>
            <a:r>
              <a:rPr lang="en-US" dirty="0"/>
              <a:t>Source IP</a:t>
            </a:r>
          </a:p>
          <a:p>
            <a:pPr lvl="1"/>
            <a:r>
              <a:rPr lang="en-US" dirty="0"/>
              <a:t>Destination IP</a:t>
            </a:r>
          </a:p>
          <a:p>
            <a:pPr lvl="1"/>
            <a:r>
              <a:rPr lang="en-US" dirty="0"/>
              <a:t>Source port</a:t>
            </a:r>
          </a:p>
          <a:p>
            <a:pPr lvl="1"/>
            <a:r>
              <a:rPr lang="en-US" dirty="0"/>
              <a:t>Destination port</a:t>
            </a:r>
          </a:p>
          <a:p>
            <a:pPr lvl="1"/>
            <a:endParaRPr lang="en-US" dirty="0"/>
          </a:p>
          <a:p>
            <a:r>
              <a:rPr lang="en-US" dirty="0"/>
              <a:t>Does NOT understand transport (TCP/UDP) session logic</a:t>
            </a:r>
          </a:p>
        </p:txBody>
      </p:sp>
    </p:spTree>
    <p:extLst>
      <p:ext uri="{BB962C8B-B14F-4D97-AF65-F5344CB8AC3E}">
        <p14:creationId xmlns:p14="http://schemas.microsoft.com/office/powerpoint/2010/main" val="229410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Packet-filtering firewalls - example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494251" y="3750336"/>
            <a:ext cx="94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394377" y="3886200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150.1.2.3:80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638800" y="3750336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DDCCB-3FAA-47A6-A1A2-32BACEEBDD78}"/>
              </a:ext>
            </a:extLst>
          </p:cNvPr>
          <p:cNvSpPr txBox="1"/>
          <p:nvPr/>
        </p:nvSpPr>
        <p:spPr>
          <a:xfrm>
            <a:off x="838200" y="4714042"/>
            <a:ext cx="49057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 rule(s):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10.0.0.1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 allow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150.1.2.3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10.0.0.1 port </a:t>
            </a:r>
            <a:r>
              <a:rPr lang="en-US" dirty="0" err="1"/>
              <a:t>src</a:t>
            </a:r>
            <a:r>
              <a:rPr lang="en-US" dirty="0"/>
              <a:t> 80 allow</a:t>
            </a:r>
          </a:p>
        </p:txBody>
      </p:sp>
    </p:spTree>
    <p:extLst>
      <p:ext uri="{BB962C8B-B14F-4D97-AF65-F5344CB8AC3E}">
        <p14:creationId xmlns:p14="http://schemas.microsoft.com/office/powerpoint/2010/main" val="410253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Packet-filtering firewalls - problems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494251" y="3750336"/>
            <a:ext cx="94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394377" y="3886200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150.1.2.3:80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638800" y="3750336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DDCCB-3FAA-47A6-A1A2-32BACEEBDD78}"/>
              </a:ext>
            </a:extLst>
          </p:cNvPr>
          <p:cNvSpPr txBox="1"/>
          <p:nvPr/>
        </p:nvSpPr>
        <p:spPr>
          <a:xfrm>
            <a:off x="838200" y="4714042"/>
            <a:ext cx="49057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 rule(s):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10.0.0.1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 allow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150.1.2.3 port </a:t>
            </a:r>
            <a:r>
              <a:rPr lang="en-US" dirty="0" err="1"/>
              <a:t>src</a:t>
            </a:r>
            <a:r>
              <a:rPr lang="en-US" dirty="0"/>
              <a:t> 80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10.0.0.1 allow</a:t>
            </a:r>
          </a:p>
        </p:txBody>
      </p:sp>
      <p:pic>
        <p:nvPicPr>
          <p:cNvPr id="4" name="Graphic 3" descr="Alien Face with solid fill">
            <a:extLst>
              <a:ext uri="{FF2B5EF4-FFF2-40B4-BE49-F238E27FC236}">
                <a16:creationId xmlns:a16="http://schemas.microsoft.com/office/drawing/2014/main" id="{B31A8195-8EEC-4EBE-B053-87551CAF00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9650" y="1426577"/>
            <a:ext cx="914400" cy="9144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932275-D43E-4F9F-92C6-C19C67536C6B}"/>
              </a:ext>
            </a:extLst>
          </p:cNvPr>
          <p:cNvCxnSpPr>
            <a:stCxn id="4" idx="1"/>
          </p:cNvCxnSpPr>
          <p:nvPr/>
        </p:nvCxnSpPr>
        <p:spPr>
          <a:xfrm flipH="1">
            <a:off x="6552512" y="1883777"/>
            <a:ext cx="2077138" cy="1088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E77051-0C9F-4212-88F6-F3C3281D7ED0}"/>
              </a:ext>
            </a:extLst>
          </p:cNvPr>
          <p:cNvSpPr txBox="1"/>
          <p:nvPr/>
        </p:nvSpPr>
        <p:spPr>
          <a:xfrm>
            <a:off x="6552512" y="1545894"/>
            <a:ext cx="1667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: 150.1.2.3</a:t>
            </a:r>
          </a:p>
          <a:p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: 10.0.0.1</a:t>
            </a:r>
          </a:p>
          <a:p>
            <a:r>
              <a:rPr lang="en-US" dirty="0"/>
              <a:t>port </a:t>
            </a:r>
            <a:r>
              <a:rPr lang="en-US" dirty="0" err="1"/>
              <a:t>src</a:t>
            </a:r>
            <a:r>
              <a:rPr lang="en-US" dirty="0"/>
              <a:t>: 80</a:t>
            </a:r>
          </a:p>
        </p:txBody>
      </p:sp>
    </p:spTree>
    <p:extLst>
      <p:ext uri="{BB962C8B-B14F-4D97-AF65-F5344CB8AC3E}">
        <p14:creationId xmlns:p14="http://schemas.microsoft.com/office/powerpoint/2010/main" val="227189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9ECD-3463-4A39-8B89-20DFA2EB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Stateful 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693F-C5BA-43BC-821C-296850784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able to understand transport-layer logic (TCP/UDP)</a:t>
            </a:r>
          </a:p>
          <a:p>
            <a:r>
              <a:rPr lang="en-US" dirty="0"/>
              <a:t>Can decide if a session is:</a:t>
            </a:r>
          </a:p>
          <a:p>
            <a:pPr lvl="1"/>
            <a:r>
              <a:rPr lang="en-US" dirty="0"/>
              <a:t>New</a:t>
            </a:r>
          </a:p>
          <a:p>
            <a:pPr lvl="1"/>
            <a:r>
              <a:rPr lang="en-US" dirty="0"/>
              <a:t>Established</a:t>
            </a:r>
          </a:p>
          <a:p>
            <a:pPr lvl="1"/>
            <a:r>
              <a:rPr lang="en-US" dirty="0"/>
              <a:t>Closed</a:t>
            </a:r>
          </a:p>
          <a:p>
            <a:pPr lvl="1"/>
            <a:r>
              <a:rPr lang="en-US" dirty="0"/>
              <a:t>Illegitimate</a:t>
            </a:r>
          </a:p>
          <a:p>
            <a:pPr lvl="1"/>
            <a:endParaRPr lang="en-US" dirty="0"/>
          </a:p>
          <a:p>
            <a:r>
              <a:rPr lang="en-US" dirty="0"/>
              <a:t>Decisions are taken per session, NOT per packet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99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Stateful firewalls - example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494251" y="3750336"/>
            <a:ext cx="94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394377" y="3886200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150.1.2.3:80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638800" y="3750336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DDCCB-3FAA-47A6-A1A2-32BACEEBDD78}"/>
              </a:ext>
            </a:extLst>
          </p:cNvPr>
          <p:cNvSpPr txBox="1"/>
          <p:nvPr/>
        </p:nvSpPr>
        <p:spPr>
          <a:xfrm>
            <a:off x="838200" y="4714042"/>
            <a:ext cx="4740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 rule(s):</a:t>
            </a:r>
          </a:p>
          <a:p>
            <a:r>
              <a:rPr lang="en-US" dirty="0"/>
              <a:t>-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10.0.0.1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 allow</a:t>
            </a:r>
          </a:p>
        </p:txBody>
      </p:sp>
    </p:spTree>
    <p:extLst>
      <p:ext uri="{BB962C8B-B14F-4D97-AF65-F5344CB8AC3E}">
        <p14:creationId xmlns:p14="http://schemas.microsoft.com/office/powerpoint/2010/main" val="220732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01E4-22AB-42D2-9C26-71690ED4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Next-generation 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ACA9F-BDE8-43F1-A85D-05D0FD1DC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features</a:t>
            </a:r>
          </a:p>
          <a:p>
            <a:pPr lvl="1"/>
            <a:r>
              <a:rPr lang="en-US" dirty="0"/>
              <a:t>App ID</a:t>
            </a:r>
          </a:p>
          <a:p>
            <a:pPr lvl="1"/>
            <a:r>
              <a:rPr lang="en-US" dirty="0"/>
              <a:t>Content ID</a:t>
            </a:r>
          </a:p>
          <a:p>
            <a:pPr lvl="1"/>
            <a:r>
              <a:rPr lang="en-US" dirty="0"/>
              <a:t>User ID</a:t>
            </a:r>
          </a:p>
          <a:p>
            <a:pPr lvl="1"/>
            <a:r>
              <a:rPr lang="en-US" dirty="0"/>
              <a:t>Zone-based policy</a:t>
            </a:r>
          </a:p>
        </p:txBody>
      </p:sp>
    </p:spTree>
    <p:extLst>
      <p:ext uri="{BB962C8B-B14F-4D97-AF65-F5344CB8AC3E}">
        <p14:creationId xmlns:p14="http://schemas.microsoft.com/office/powerpoint/2010/main" val="257962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Next-generation firewall – App ID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494251" y="3750336"/>
            <a:ext cx="94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047329" y="3886200"/>
            <a:ext cx="2050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150.1.2.3 :80, :8081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638800" y="3750336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DDCCB-3FAA-47A6-A1A2-32BACEEBDD78}"/>
              </a:ext>
            </a:extLst>
          </p:cNvPr>
          <p:cNvSpPr txBox="1"/>
          <p:nvPr/>
        </p:nvSpPr>
        <p:spPr>
          <a:xfrm>
            <a:off x="758302" y="4714042"/>
            <a:ext cx="51397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 rule(s):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10.0.0.1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 allow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10.0.0.1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8081 allow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10.0.0.1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app http allow</a:t>
            </a:r>
          </a:p>
        </p:txBody>
      </p:sp>
    </p:spTree>
    <p:extLst>
      <p:ext uri="{BB962C8B-B14F-4D97-AF65-F5344CB8AC3E}">
        <p14:creationId xmlns:p14="http://schemas.microsoft.com/office/powerpoint/2010/main" val="152517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01E4-22AB-42D2-9C26-71690ED4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Next-generation firewalls – Content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ACA9F-BDE8-43F1-A85D-05D0FD1DC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Ability to differentiate between benign and malicious payloads</a:t>
            </a:r>
          </a:p>
          <a:p>
            <a:pPr lvl="1"/>
            <a:r>
              <a:rPr lang="en-US" dirty="0"/>
              <a:t>Viruses</a:t>
            </a:r>
          </a:p>
          <a:p>
            <a:pPr lvl="1"/>
            <a:r>
              <a:rPr lang="en-US" dirty="0"/>
              <a:t>Exploits</a:t>
            </a:r>
          </a:p>
          <a:p>
            <a:pPr lvl="1"/>
            <a:r>
              <a:rPr lang="en-US" dirty="0"/>
              <a:t>Spyware</a:t>
            </a:r>
          </a:p>
        </p:txBody>
      </p:sp>
    </p:spTree>
    <p:extLst>
      <p:ext uri="{BB962C8B-B14F-4D97-AF65-F5344CB8AC3E}">
        <p14:creationId xmlns:p14="http://schemas.microsoft.com/office/powerpoint/2010/main" val="262258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Next-generation firewalls – User ID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318722" y="3750336"/>
            <a:ext cx="1293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  <a:p>
            <a:pPr algn="ctr"/>
            <a:r>
              <a:rPr lang="en-US" dirty="0"/>
              <a:t>192.168.1.2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394378" y="3886200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150.1.2.3:80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638800" y="3750336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0D6B7-3202-4A0D-BFE6-62BBB9B4DA75}"/>
              </a:ext>
            </a:extLst>
          </p:cNvPr>
          <p:cNvSpPr txBox="1"/>
          <p:nvPr/>
        </p:nvSpPr>
        <p:spPr>
          <a:xfrm>
            <a:off x="758302" y="4714042"/>
            <a:ext cx="52567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 rule(s):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10.0.0.1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 allow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192.168.1.2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 allow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user </a:t>
            </a:r>
            <a:r>
              <a:rPr lang="en-US" dirty="0" err="1"/>
              <a:t>src</a:t>
            </a:r>
            <a:r>
              <a:rPr lang="en-US" dirty="0"/>
              <a:t> student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dst</a:t>
            </a:r>
            <a:r>
              <a:rPr lang="en-US" dirty="0"/>
              <a:t> 150.1.2.3 port </a:t>
            </a:r>
            <a:r>
              <a:rPr lang="en-US" dirty="0" err="1"/>
              <a:t>dst</a:t>
            </a:r>
            <a:r>
              <a:rPr lang="en-US" dirty="0"/>
              <a:t> 80 allow</a:t>
            </a:r>
          </a:p>
        </p:txBody>
      </p:sp>
    </p:spTree>
    <p:extLst>
      <p:ext uri="{BB962C8B-B14F-4D97-AF65-F5344CB8AC3E}">
        <p14:creationId xmlns:p14="http://schemas.microsoft.com/office/powerpoint/2010/main" val="1482987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Next-generation firewalls – ZBP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318722" y="3750336"/>
            <a:ext cx="1293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  <a:p>
            <a:pPr algn="ctr"/>
            <a:r>
              <a:rPr lang="en-US" dirty="0"/>
              <a:t>192.168.1.2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394378" y="3886200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150.1.2.3:80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638800" y="3750336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DDCCB-3FAA-47A6-A1A2-32BACEEBDD78}"/>
              </a:ext>
            </a:extLst>
          </p:cNvPr>
          <p:cNvSpPr txBox="1"/>
          <p:nvPr/>
        </p:nvSpPr>
        <p:spPr>
          <a:xfrm>
            <a:off x="838200" y="4714042"/>
            <a:ext cx="6167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 rule(s):</a:t>
            </a:r>
          </a:p>
          <a:p>
            <a:r>
              <a:rPr lang="en-US" dirty="0"/>
              <a:t>- user </a:t>
            </a:r>
            <a:r>
              <a:rPr lang="en-US" dirty="0" err="1"/>
              <a:t>src</a:t>
            </a:r>
            <a:r>
              <a:rPr lang="en-US" dirty="0"/>
              <a:t> student zone </a:t>
            </a:r>
            <a:r>
              <a:rPr lang="en-US" dirty="0" err="1"/>
              <a:t>src</a:t>
            </a:r>
            <a:r>
              <a:rPr lang="en-US" dirty="0"/>
              <a:t> private zone </a:t>
            </a:r>
            <a:r>
              <a:rPr lang="en-US" dirty="0" err="1"/>
              <a:t>dst</a:t>
            </a:r>
            <a:r>
              <a:rPr lang="en-US" dirty="0"/>
              <a:t> public app http allow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31B96-B211-4BCD-B9C1-6AA0597BB45F}"/>
              </a:ext>
            </a:extLst>
          </p:cNvPr>
          <p:cNvSpPr txBox="1"/>
          <p:nvPr/>
        </p:nvSpPr>
        <p:spPr>
          <a:xfrm>
            <a:off x="4206388" y="283106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6A934-2EE4-4B9E-B71E-1740D77C5D65}"/>
              </a:ext>
            </a:extLst>
          </p:cNvPr>
          <p:cNvSpPr txBox="1"/>
          <p:nvPr/>
        </p:nvSpPr>
        <p:spPr>
          <a:xfrm>
            <a:off x="7146921" y="2831068"/>
            <a:ext cx="753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24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393A-558C-F1A1-43B1-07B17023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Next-generation firewalls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F6086-2D31-7A2B-E39A-B588BEFAC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Types</a:t>
            </a:r>
          </a:p>
          <a:p>
            <a:pPr lvl="1"/>
            <a:r>
              <a:rPr lang="en-US" dirty="0">
                <a:cs typeface="Calibri"/>
              </a:rPr>
              <a:t>physical appliance</a:t>
            </a:r>
          </a:p>
          <a:p>
            <a:pPr lvl="1"/>
            <a:r>
              <a:rPr lang="en-US" dirty="0">
                <a:cs typeface="Calibri"/>
              </a:rPr>
              <a:t>virtual appliance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Topologies</a:t>
            </a:r>
          </a:p>
          <a:p>
            <a:pPr lvl="1"/>
            <a:r>
              <a:rPr lang="en-US" dirty="0">
                <a:cs typeface="Calibri"/>
              </a:rPr>
              <a:t>transparent</a:t>
            </a:r>
          </a:p>
          <a:p>
            <a:pPr lvl="1"/>
            <a:r>
              <a:rPr lang="en-US" dirty="0">
                <a:cs typeface="Calibri"/>
              </a:rPr>
              <a:t>routed</a:t>
            </a:r>
          </a:p>
        </p:txBody>
      </p:sp>
    </p:spTree>
    <p:extLst>
      <p:ext uri="{BB962C8B-B14F-4D97-AF65-F5344CB8AC3E}">
        <p14:creationId xmlns:p14="http://schemas.microsoft.com/office/powerpoint/2010/main" val="439470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Next-generation firewalls – virtual wire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494251" y="3750336"/>
            <a:ext cx="942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436345" y="3886200"/>
            <a:ext cx="1272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10.0.0.2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385036" y="3745417"/>
            <a:ext cx="1421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Firewall</a:t>
            </a:r>
          </a:p>
          <a:p>
            <a:pPr algn="ctr"/>
            <a:r>
              <a:rPr lang="en-US" dirty="0"/>
              <a:t>(transparent)</a:t>
            </a:r>
          </a:p>
        </p:txBody>
      </p:sp>
    </p:spTree>
    <p:extLst>
      <p:ext uri="{BB962C8B-B14F-4D97-AF65-F5344CB8AC3E}">
        <p14:creationId xmlns:p14="http://schemas.microsoft.com/office/powerpoint/2010/main" val="3427602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0AB3-D171-4CA1-8DA3-E0AB1748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Next-generation firewalls – virtual router</a:t>
            </a:r>
          </a:p>
        </p:txBody>
      </p:sp>
      <p:pic>
        <p:nvPicPr>
          <p:cNvPr id="5" name="Content Placeholder 4" descr="Laptop with solid fill">
            <a:extLst>
              <a:ext uri="{FF2B5EF4-FFF2-40B4-BE49-F238E27FC236}">
                <a16:creationId xmlns:a16="http://schemas.microsoft.com/office/drawing/2014/main" id="{C10FC5B1-D24F-42EB-AC70-7EF02F9FE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2738" y="2971800"/>
            <a:ext cx="914400" cy="914400"/>
          </a:xfr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35CC89DE-FE11-4A38-9A36-CFADAB051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Full Brick Wall outline">
            <a:extLst>
              <a:ext uri="{FF2B5EF4-FFF2-40B4-BE49-F238E27FC236}">
                <a16:creationId xmlns:a16="http://schemas.microsoft.com/office/drawing/2014/main" id="{A7D4E8FD-DC7E-46D6-BA7A-787569CF3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9930BD-EE18-46B2-9081-82B8B76397C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437138" y="3429000"/>
            <a:ext cx="22016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7BA28-79C0-4EF1-8387-C73A74CDD027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6553200" y="3429000"/>
            <a:ext cx="2076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5C0317-4795-47CF-806B-8EC30EE9AA1A}"/>
              </a:ext>
            </a:extLst>
          </p:cNvPr>
          <p:cNvSpPr txBox="1"/>
          <p:nvPr/>
        </p:nvSpPr>
        <p:spPr>
          <a:xfrm>
            <a:off x="2494251" y="3750336"/>
            <a:ext cx="942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10.0.0.1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0CAEA-265F-4144-AD3A-FA9FB3619C87}"/>
              </a:ext>
            </a:extLst>
          </p:cNvPr>
          <p:cNvSpPr txBox="1"/>
          <p:nvPr/>
        </p:nvSpPr>
        <p:spPr>
          <a:xfrm>
            <a:off x="8436345" y="3886200"/>
            <a:ext cx="1272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Server</a:t>
            </a:r>
          </a:p>
          <a:p>
            <a:pPr algn="ctr"/>
            <a:r>
              <a:rPr lang="en-US" dirty="0"/>
              <a:t>150.1.2.3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47029-2A78-47CD-8110-DA54EE205BA1}"/>
              </a:ext>
            </a:extLst>
          </p:cNvPr>
          <p:cNvSpPr txBox="1"/>
          <p:nvPr/>
        </p:nvSpPr>
        <p:spPr>
          <a:xfrm>
            <a:off x="5639144" y="3745417"/>
            <a:ext cx="913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Firewall</a:t>
            </a:r>
          </a:p>
          <a:p>
            <a:pPr algn="ctr"/>
            <a:r>
              <a:rPr lang="en-US" dirty="0"/>
              <a:t>(router)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8A762-B764-4839-A1E8-83047DA219B0}"/>
              </a:ext>
            </a:extLst>
          </p:cNvPr>
          <p:cNvSpPr txBox="1"/>
          <p:nvPr/>
        </p:nvSpPr>
        <p:spPr>
          <a:xfrm>
            <a:off x="4537969" y="3033211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10.0.0.254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22197-5338-4755-8B9F-FFAB4266E969}"/>
              </a:ext>
            </a:extLst>
          </p:cNvPr>
          <p:cNvSpPr txBox="1"/>
          <p:nvPr/>
        </p:nvSpPr>
        <p:spPr>
          <a:xfrm>
            <a:off x="6458829" y="3033211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150.1.2.254</a:t>
            </a:r>
          </a:p>
        </p:txBody>
      </p:sp>
    </p:spTree>
    <p:extLst>
      <p:ext uri="{BB962C8B-B14F-4D97-AF65-F5344CB8AC3E}">
        <p14:creationId xmlns:p14="http://schemas.microsoft.com/office/powerpoint/2010/main" val="2398467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2D4954-7CF2-4368-A387-7116B34E3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Topology and Demo</a:t>
            </a:r>
          </a:p>
        </p:txBody>
      </p:sp>
    </p:spTree>
    <p:extLst>
      <p:ext uri="{BB962C8B-B14F-4D97-AF65-F5344CB8AC3E}">
        <p14:creationId xmlns:p14="http://schemas.microsoft.com/office/powerpoint/2010/main" val="1911025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CFA2-6B29-0DE3-A646-9D89F8A9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27634-A7A0-7214-3C98-B29CE9EF8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Solve all the tasks (00 – &gt; 08) on your own setup</a:t>
            </a:r>
          </a:p>
          <a:p>
            <a:endParaRPr lang="en-US" dirty="0"/>
          </a:p>
          <a:p>
            <a:r>
              <a:rPr lang="en-US" dirty="0"/>
              <a:t>Deliverables:</a:t>
            </a:r>
          </a:p>
          <a:p>
            <a:pPr lvl="1"/>
            <a:r>
              <a:rPr lang="en-US" dirty="0"/>
              <a:t>PAN config XML, saved after solving task 06</a:t>
            </a:r>
          </a:p>
          <a:p>
            <a:pPr lvl="1"/>
            <a:r>
              <a:rPr lang="en-US" dirty="0"/>
              <a:t>PAN config XML, saved after solving task 08</a:t>
            </a:r>
          </a:p>
          <a:p>
            <a:pPr lvl="1"/>
            <a:endParaRPr lang="en-US" dirty="0"/>
          </a:p>
          <a:p>
            <a:r>
              <a:rPr lang="en-US" dirty="0"/>
              <a:t>Send the 2 XML files to: </a:t>
            </a:r>
            <a:r>
              <a:rPr lang="en-US" dirty="0">
                <a:hlinkClick r:id="rId2"/>
              </a:rPr>
              <a:t>carpalex@gmail.com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Deadline: 27.04.2025 / 23:59:59</a:t>
            </a:r>
          </a:p>
          <a:p>
            <a:endParaRPr lang="en-US" dirty="0"/>
          </a:p>
          <a:p>
            <a:r>
              <a:rPr lang="en-US" dirty="0"/>
              <a:t>Lab resources: </a:t>
            </a:r>
            <a:r>
              <a:rPr lang="en-US" dirty="0">
                <a:hlinkClick r:id="rId3"/>
              </a:rPr>
              <a:t>https://ctipub-my.sharepoint.com/:f:/g/personal/alexandru_carp_upb_ro/Ek-Hs5NNOjFOhs627c9MgIkBRnKQwxrgJpsk3Q5Ji_utUA?e=vGtFbQ</a:t>
            </a:r>
            <a:endParaRPr lang="en-US" dirty="0"/>
          </a:p>
          <a:p>
            <a:endParaRPr lang="en-US" dirty="0"/>
          </a:p>
          <a:p>
            <a:r>
              <a:rPr lang="en-US" dirty="0"/>
              <a:t>No lab on 13.04.2025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63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531</Words>
  <Application>Microsoft Office PowerPoint</Application>
  <PresentationFormat>Widescreen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Computer Networks Security</vt:lpstr>
      <vt:lpstr>Agenda</vt:lpstr>
      <vt:lpstr>Firewalls</vt:lpstr>
      <vt:lpstr>Packet-filtering firewalls</vt:lpstr>
      <vt:lpstr>Packet-filtering firewalls - example</vt:lpstr>
      <vt:lpstr>Packet-filtering firewalls - problems</vt:lpstr>
      <vt:lpstr>Stateful firewalls</vt:lpstr>
      <vt:lpstr>Stateful firewalls - example</vt:lpstr>
      <vt:lpstr>Next-generation firewalls</vt:lpstr>
      <vt:lpstr>Next-generation firewall – App ID</vt:lpstr>
      <vt:lpstr>Next-generation firewalls – Content ID</vt:lpstr>
      <vt:lpstr>Next-generation firewalls – User ID</vt:lpstr>
      <vt:lpstr>Next-generation firewalls – ZBP</vt:lpstr>
      <vt:lpstr>Next-generation firewalls</vt:lpstr>
      <vt:lpstr>Next-generation firewalls – virtual wire</vt:lpstr>
      <vt:lpstr>Next-generation firewalls – virtual router</vt:lpstr>
      <vt:lpstr>Topology and Demo</vt:lpstr>
      <vt:lpstr>Home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Security</dc:title>
  <dc:creator>Alexandru-Mihai CARP (454)</dc:creator>
  <cp:lastModifiedBy>Alexandru mihai CARP (454)</cp:lastModifiedBy>
  <cp:revision>13</cp:revision>
  <dcterms:created xsi:type="dcterms:W3CDTF">2022-03-11T14:55:30Z</dcterms:created>
  <dcterms:modified xsi:type="dcterms:W3CDTF">2025-04-12T06:53:30Z</dcterms:modified>
</cp:coreProperties>
</file>